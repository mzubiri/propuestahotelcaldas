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COMERCIAL ESTRATÉGICA •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 Plaza Garibaldi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CDD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Transformación Digital Integral: Portal de Reservas Directas &amp; Sistema PMS Propietario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B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4 Estrellas Frente al Parque Santander  •  RNT: 54912  •  NIT: 900.842.195-3  •  PMS v2.5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2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Tradición Colonial al Control Total  •  Desarrollado a la Medida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DEL NEGOCIO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Retos del Sector y la Oportunidad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Resolución directa de los cuellos de botella que reducen margen operativo.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Fuga de Margen por OTAs: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Comisiones del 18% al 25% pagadas a intermediarios en cada reserva.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Filas y Fricción en Counter: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manual demorado entre 5 y 8 minutos por cada huésped.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Descuadres en Caja: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Cierres de turno sin arqueo ciego ni trazabilidad de sobrantes/faltantes.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Costos Recurrentes en Dólares: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Cobros mensuales abusivos por habitación en software comercial.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5120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LA SOLUCIÓN PROPIETARIA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100% propio: cero mensualidades por habitación, reservas directas a su banco y control total.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731520"/>
            <a:ext cx="52120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pic>
        <p:nvPicPr>
          <p:cNvPr id="13" name="Image 0" descr="C:\Users\ivart\OneDrive\Desktop\PROYECTOS\HotelCaldas\Diapositiva\img\slide_portal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029200" cy="4846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Plaza Garibaldi • Caldas, Antioquia • RNT: 54912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ESTRATÉGICO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SMART de Implementación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específicas y medibles para garantizar el retorno de inversión.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21408"/>
            <a:ext cx="320040" cy="320040"/>
          </a:xfrm>
          <a:prstGeom prst="rect">
            <a:avLst/>
          </a:prstGeom>
          <a:solidFill>
            <a:srgbClr val="0E20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A059"/>
                </a:solidFill>
              </a:rPr>
              <a:t>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21214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01A"/>
                </a:solidFill>
              </a:rPr>
              <a:t>Desintermediación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63"/>
                </a:solidFill>
              </a:rPr>
              <a:t>Aumentar las reservas directas del 15% al 45% del total sin pagar comisiones.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468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121408"/>
            <a:ext cx="320040" cy="320040"/>
          </a:xfrm>
          <a:prstGeom prst="rect">
            <a:avLst/>
          </a:prstGeom>
          <a:solidFill>
            <a:srgbClr val="0E20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A059"/>
                </a:solidFill>
              </a:rPr>
              <a:t>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86200" y="21214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01A"/>
                </a:solidFill>
              </a:rPr>
              <a:t>Ahorro Medible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63"/>
                </a:solidFill>
              </a:rPr>
              <a:t>Reducción del 15% al 22% en costos de intermediación por cada reserva directa.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2468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493008"/>
            <a:ext cx="320040" cy="320040"/>
          </a:xfrm>
          <a:prstGeom prst="rect">
            <a:avLst/>
          </a:prstGeom>
          <a:solidFill>
            <a:srgbClr val="0E20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A059"/>
                </a:solidFill>
              </a:rPr>
              <a:t>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01A"/>
                </a:solidFill>
              </a:rPr>
              <a:t>Check-In Ágil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886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63"/>
                </a:solidFill>
              </a:rPr>
              <a:t>Reducir el tiempo en recepción de 7 min a 45 segundos con Pre-Check-in.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3383280"/>
            <a:ext cx="2468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493008"/>
            <a:ext cx="320040" cy="320040"/>
          </a:xfrm>
          <a:prstGeom prst="rect">
            <a:avLst/>
          </a:prstGeom>
          <a:solidFill>
            <a:srgbClr val="0E20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A059"/>
                </a:solidFill>
              </a:rPr>
              <a:t>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86200" y="34930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01A"/>
                </a:solidFill>
              </a:rPr>
              <a:t>Cero Descuadres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3886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63"/>
                </a:solidFill>
              </a:rPr>
              <a:t>Lograr 0.0% de discrepancias en arqueos de caja en cambios de turno.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" y="4937760"/>
            <a:ext cx="50749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834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PLAZO DE ENTREGA (T - TIME-BOUND)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4400" y="5212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implementación por fases y capacitación completa del personal en 2 meses.</a:t>
            </a:r>
            <a:endParaRPr lang="en-US" sz="950" dirty="0"/>
          </a:p>
        </p:txBody>
      </p:sp>
      <p:pic>
        <p:nvPicPr>
          <p:cNvPr id="24" name="Image 0" descr="C:\Users\ivart\OneDrive\Desktop\PROYECTOS\HotelCaldas\Diapositiva\img\slide_pms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029200" cy="4846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Plaza Garibaldi • Caldas, Antioquia • RNT: 54912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COMERCIAL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Boutique de Alta Conversión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Estética 4 estrellas que resalta el patrimonio frente al Parque Santander.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Diseño Editorial de Lujo: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 bosque, marfil cálido y oro champán con tipografías de distinción.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Catálogo de Habitaciones: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Metrajes, tipos de cama, amenidades ejecutivas y selector COP / USD.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Gastronomía y Café de Origen: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Impulso de consumos en terraza y desayunos tradicionales gourmet.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Conserje WhatsApp 24/7: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 flotante omnicanal para atención inmediata en un solo toque.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5120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BENEFICIO HUÉSPED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 inmediata, información transparente y reserva directa sin intermediarios sospechosos.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731520"/>
            <a:ext cx="52120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pic>
        <p:nvPicPr>
          <p:cNvPr id="13" name="Image 0" descr="C:\Users\ivart\OneDrive\Desktop\PROYECTOS\HotelCaldas\Diapositiva\img\slide_portal_habitacion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029200" cy="4846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Plaza Garibaldi • Caldas, Antioquia • RNT: 54912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DIRECTA 0% COMISIONES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de Reserva Directa en 4 Pasos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intuitivo y guiado que maximiza la tasa de conversión en cualquier dispositivo.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Paso 1 - Fechas &amp; Huéspedes: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ágil de calendario y número de personas con disponibilidad en vivo.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Paso 2 - Habitación &amp; Tarifa: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 de suite con cotización y desglose de valores en tiempo real.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Paso 3 - Datos del Huésped: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rápido del titular con políticas claras y transparentes de cancelación.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Paso 4 - Voucher Inmediato: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de código único de confirmación y comprobante formal.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5120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BENEFICIO FINANCIERO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frente al 18%-25% de comisiones OTA, asumiendo solo la tarifa habitual de pasarela de pago o 0% en transferencias.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731520"/>
            <a:ext cx="52120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pic>
        <p:nvPicPr>
          <p:cNvPr id="13" name="Image 0" descr="C:\Users\ivart\OneDrive\Desktop\PROYECTOS\HotelCaldas\Diapositiva\img\slide_motor_reserv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029200" cy="4846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Plaza Garibaldi • Caldas, Antioquia • RNT: 54912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AGILIDAD &amp; LEGALIDAD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Pre-Check-In Digital &amp; Cumplimiento TRA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 la normatividad colombiana mientras se eliminan las filas.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 Virtual: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anticipada de documento, ciudad de procedencia y contacto de emergencia.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Cumplimiento MinCIT: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requeridos por la Ley de Turismo 2068 listos para inspecciones.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Pase Fast-Track: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huésped llega, valida su documento, recibe su llave y sube en segundos.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Habeas Data Protegido: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Consentimiento digital y base de datos privada propiedad de Garibaldi.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5120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EFICIENCIA COMPROBADA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el tiempo de recepción de 7 minutos a menos de 45 segundos por cada check-in.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731520"/>
            <a:ext cx="52120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pic>
        <p:nvPicPr>
          <p:cNvPr id="13" name="Image 0" descr="C:\Users\ivart\OneDrive\Desktop\PROYECTOS\HotelCaldas\Diapositiva\img\slide_portal_precheck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029200" cy="4846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Plaza Garibaldi • Caldas, Antioquia • RNT: 54912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GERENCIAL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PMS: Dashboard Ejecutivo en Vivo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comando para la gerencia con métricas hoteleras internacionales.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Ocupación en Vivo (%):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instantáneo de habitaciones ocupadas vs. libres para venta.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ADR (Tarifa Promedio):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automatizado del valor promedio generado por noche vendida.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RevPAR en Tiempo Real: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por habitación disponible para medir el rendimiento global.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Operación del Día: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Conteo de llegadas previstas, salidas programadas y huéspedes in-house.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5120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DECISIÓN INFORMADA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Tome decisiones de tarifas y disponibilidad en segundos con métricas claras y transparentes.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731520"/>
            <a:ext cx="52120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pic>
        <p:nvPicPr>
          <p:cNvPr id="13" name="Image 0" descr="C:\Users\ivart\OneDrive\Desktop\PROYECTOS\HotelCaldas\Diapositiva\img\slide_pms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029200" cy="4846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Plaza Garibaldi • Caldas, Antioquia • RNT: 54912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 VISUAL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Tape Chart Gantt &amp; CRUD de Habitaciones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visual de ocupación que previene dobles reservas y organiza el rack.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Calendario Tipo Gantt: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Grilla interactiva de habitaciones por fecha con código de colores según estado.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Cero Overbooking: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automática de cruce de fechas antes de confirmar reservaciones.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CRUD de Habitaciones: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Añada suites, ajuste tarifas por temporada o marque mantenimiento en 2 clics.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Walk-In Express: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inmediato de huéspedes que llegan al mostrador sin reserva previa.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5120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AGILIDAD EN RECEPCIÓN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recepcionista visualiza en segundos qué habitación asignar sin consultar archivos en papel.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731520"/>
            <a:ext cx="52120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pic>
        <p:nvPicPr>
          <p:cNvPr id="13" name="Image 0" descr="C:\Users\ivart\OneDrive\Desktop\PROYECTOS\HotelCaldas\Diapositiva\img\slide_pms_tape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029200" cy="4846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Plaza Garibaldi • Caldas, Antioquia • RNT: 54912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BLINDAJE FINANCIERO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Cajas, Turnos, Folios &amp; Arqueo Ciego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monetaria rigurosa peso a peso para erradicar descuadres y fugas.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Apertura de Turno Formal: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obligatorio de la base en efectivo antes de iniciar operaciones.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Folios por Habitación: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Cargos ordenados de hospedaje, consumos de cafetería, minibar y abonos.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Arqueo de Turno Asistido: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Conciliación automática entre saldo teórico vs. efectivo real con reporte.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Estado de Cuenta Imprimible: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oficial con NIT y RNT listo para entregar al huésped corporativo.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5120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SEGURIDAD FINANCIERA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pérdidas en caja y cuentas claras e indiscutibles entre colaboradores y gerencia.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731520"/>
            <a:ext cx="52120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pic>
        <p:nvPicPr>
          <p:cNvPr id="13" name="Image 0" descr="C:\Users\ivart\OneDrive\Desktop\PROYECTOS\HotelCaldas\Diapositiva\img\slide_pms_arque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029200" cy="4846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Plaza Garibaldi • Caldas, Antioquia • RNT: 54912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Y FIDELIZACIÓN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Housekeeping Dinámico &amp; CRM de Huéspedes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en tiempo real entre pisos y recepción, con historial de clientes.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Pase de Lista de Camareras: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Estados: Sucia ➔ En Limpieza ➔ Limpia ➔ Inspeccionada &amp; Lista.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Comunicación Inmediata: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gobernanta actualiza el piso y recepción lo ve al instante sin llamadas.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CRM de Huéspedes Fieles: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de noches, consumos acumulados y preferencias personales.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Servicio Personalizado: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Recordar preferencias de habitación genera reseñas de 5 estrellas en Google.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5120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🏨 EXCELENCIA EN SERVICIO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Habitaciones entregadas a tiempo con máxima pulcritud y huéspedes que regresan felices.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731520"/>
            <a:ext cx="52120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pic>
        <p:nvPicPr>
          <p:cNvPr id="13" name="Image 0" descr="C:\Users\ivart\OneDrive\Desktop\PROYECTOS\HotelCaldas\Diapositiva\img\slide_pms_housekeep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029200" cy="4846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Plaza Garibaldi • Caldas, Antioquia • RNT: 54912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CONTROL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 RBAC, Auditoría &amp; Control Móvil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corporativa donde cada colaborador tiene acceso a su responsabilidad.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Matriz de Permisos por Rol: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Perfiles configurados para Gerente, Recepción, Gobernanta y Auditor.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Registro Inmutable de Auditoría: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Huella de tiempo y autor de cada check-in, cobro o cambio de estado.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 Móvil para Gerencia: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Menú deslizable adaptado para supervisar el hotel desde el celular.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Infraestructura Segura en la Nube: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de alta disponibilidad con copias de respaldo continuas.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5120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GERENCIA EN MOVIMIENTO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 la ocupación y apruebe operaciones desde cualquier lugar desde su celular.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731520"/>
            <a:ext cx="52120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pic>
        <p:nvPicPr>
          <p:cNvPr id="13" name="Image 0" descr="C:\Users\ivart\OneDrive\Desktop\PROYECTOS\HotelCaldas\Diapositiva\img\slide_pms_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029200" cy="4846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Plaza Garibaldi • Caldas, Antioquia • RNT: 54912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DE INVERSIÓN (ROI)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Activo Tecnológico Definitivo para Garibaldi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214884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CDD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inversión única que transforma la rentabilidad del hotel y le devuelve la autonomía total de sus ventas y operaciones.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2926080"/>
            <a:ext cx="3200400" cy="2011680"/>
          </a:xfrm>
          <a:prstGeom prst="rect">
            <a:avLst/>
          </a:prstGeom>
          <a:solidFill>
            <a:srgbClr val="11241E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3154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a +22%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3703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por Reserva Directa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4069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B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Porcentaje retenido al sustituir intermediarios por el canal oficial.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26280" y="2926080"/>
            <a:ext cx="3200400" cy="2011680"/>
          </a:xfrm>
          <a:prstGeom prst="rect">
            <a:avLst/>
          </a:prstGeom>
          <a:solidFill>
            <a:srgbClr val="11241E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3154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Mensualidades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09160" y="3703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Propietario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4069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B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cobros mensuales por habitación a proveedores externos.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955280" y="2926080"/>
            <a:ext cx="3200400" cy="2011680"/>
          </a:xfrm>
          <a:prstGeom prst="rect">
            <a:avLst/>
          </a:prstGeom>
          <a:solidFill>
            <a:srgbClr val="11241E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3154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Control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38160" y="3703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 &amp; Trazabilidad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38160" y="4069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B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Arqueos ciegos por turno y auditoría inmutable de cada transacción.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26080" y="5303520"/>
            <a:ext cx="6309360" cy="457200"/>
          </a:xfrm>
          <a:prstGeom prst="rect">
            <a:avLst/>
          </a:prstGeom>
          <a:solidFill>
            <a:srgbClr val="18382D"/>
          </a:solidFill>
          <a:ln w="12700">
            <a:solidFill>
              <a:srgbClr val="C5A0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DD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Demo Funcional Lista para Pruebas y Validación con el Equipo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61264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2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Plaza Garibaldi • Caldas, Antioquia • Transformación Digital Hotelera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PLAZA GARIBALDI • TRANSFORMACIÓN 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¡Muchas Gracias!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CDD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Futuro de la Operación y la Autonomía Financiera de su Hotel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4114800"/>
            <a:ext cx="8503920" cy="457200"/>
          </a:xfrm>
          <a:prstGeom prst="rect">
            <a:avLst/>
          </a:prstGeom>
          <a:solidFill>
            <a:srgbClr val="18382D"/>
          </a:solidFill>
          <a:ln w="12700">
            <a:solidFill>
              <a:srgbClr val="C5A0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Caldas, Antioquia • Parque Santander    |    💬 Espacio Abierto para Preguntas &amp; Demostración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6080" y="484632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DD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Demo Funcional Lista para Pruebas y Validación con el Equipo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60350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2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Plaza Garibaldi S.A.S. • RNT 54912 • NIT 900.842.195-3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Hotel Plaza Garibaldi S.A.S.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Plaza Garibaldi - Presentación Comercial &amp; PMS</dc:title>
  <dc:subject>PptxGenJS Presentation</dc:subject>
  <dc:creator>PptxGenJS</dc:creator>
  <cp:lastModifiedBy>PptxGenJS</cp:lastModifiedBy>
  <cp:revision>1</cp:revision>
  <dcterms:created xsi:type="dcterms:W3CDTF">2026-10-11T00:26:47Z</dcterms:created>
  <dcterms:modified xsi:type="dcterms:W3CDTF">2026-10-11T00:26:47Z</dcterms:modified>
</cp:coreProperties>
</file>